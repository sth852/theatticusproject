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8a8042baca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8a8042baca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8fd203fe3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8fd203fe3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8fd0c8d8b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8fd0c8d8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8fd203fe3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8fd203fe3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8fd203fe3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8fd203fe3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8fd203fe3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8fd203fe3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8fd203fe3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8fd203fe3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935464ef7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935464ef7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8fd203fe3d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8fd203fe3d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en.wikipedia.org/wiki/Glossary_of_artificial_intelligence" TargetMode="External"/><Relationship Id="rId4" Type="http://schemas.openxmlformats.org/officeDocument/2006/relationships/hyperlink" Target="https://machinelearningmastery.com/what-is-deep-learning/" TargetMode="External"/><Relationship Id="rId5" Type="http://schemas.openxmlformats.org/officeDocument/2006/relationships/hyperlink" Target="https://ai.stackexchange.com/questions/10623/what-is-self-supervised-learning-in-machine-learning" TargetMode="External"/><Relationship Id="rId6" Type="http://schemas.openxmlformats.org/officeDocument/2006/relationships/hyperlink" Target="https://datascience.stackexchange.com/questions/12909/definition-of-a-model-in-machine-learning" TargetMode="External"/><Relationship Id="rId7" Type="http://schemas.openxmlformats.org/officeDocument/2006/relationships/hyperlink" Target="https://en.wikipedia.org/wiki/Training,_validation,_and_test_sets#Training_datase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Alphabet Soup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Glossary</a:t>
            </a:r>
            <a:r>
              <a:rPr lang="en"/>
              <a:t> </a:t>
            </a:r>
            <a:r>
              <a:rPr lang="en"/>
              <a:t>(Bytesized 1-9)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052600" cy="20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7091425" y="4722875"/>
            <a:ext cx="2052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© 2020 The Atticus Project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Glossary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702000" y="1128200"/>
            <a:ext cx="8130300" cy="33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Can't remember what those AI </a:t>
            </a:r>
            <a:r>
              <a:rPr lang="en" sz="2400"/>
              <a:t>terminologies </a:t>
            </a:r>
            <a:r>
              <a:rPr lang="en" sz="2400"/>
              <a:t>mean?</a:t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/>
              <a:t>Here is a glossary that is </a:t>
            </a:r>
            <a:r>
              <a:rPr lang="en" sz="2400"/>
              <a:t>short</a:t>
            </a:r>
            <a:r>
              <a:rPr lang="en" sz="2400"/>
              <a:t> and simplified.</a:t>
            </a:r>
            <a:endParaRPr sz="2400"/>
          </a:p>
          <a:p>
            <a:pPr indent="-361950" lvl="0" marL="457200" rtl="0" algn="l">
              <a:spcBef>
                <a:spcPts val="160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To the extent a terminology has multiple meanings, we opt for the meaning that is the most relevant for legal contract review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Additional reading is highly recommended to fully understand each term.</a:t>
            </a:r>
            <a:endParaRPr sz="2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A-D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AI: </a:t>
            </a:r>
            <a:r>
              <a:rPr lang="en"/>
              <a:t>s</a:t>
            </a:r>
            <a:r>
              <a:rPr lang="en"/>
              <a:t>ystems that can do </a:t>
            </a:r>
            <a:r>
              <a:rPr lang="en"/>
              <a:t>intelligent</a:t>
            </a:r>
            <a:r>
              <a:rPr lang="en"/>
              <a:t> things.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Algorithm: </a:t>
            </a:r>
            <a:r>
              <a:rPr lang="en"/>
              <a:t>a set of instructions and rules designed to perform a specific task.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Application Programming Interface (API):</a:t>
            </a:r>
            <a:r>
              <a:rPr lang="en"/>
              <a:t> a set of functions that allow a program to access the functionality of an application or service.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Artificial General Intelligence (AGI): </a:t>
            </a:r>
            <a:r>
              <a:rPr lang="en"/>
              <a:t>a general-purpose AI that has the capacity to learn any intelligent task that a human being can.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Classifier:</a:t>
            </a:r>
            <a:r>
              <a:rPr lang="en"/>
              <a:t> an algorithm or AI model that sorts data into different classes.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Dataset:</a:t>
            </a:r>
            <a:r>
              <a:rPr lang="en"/>
              <a:t> a collection of related sets of information that can be used by a computer.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D-L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Decision Tree: </a:t>
            </a:r>
            <a:r>
              <a:rPr lang="en"/>
              <a:t>a series of if-else statements that try to cover all possible paths to a decision.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Deep Learning: </a:t>
            </a:r>
            <a:r>
              <a:rPr lang="en"/>
              <a:t>a type of ML model that uses multiple layers of neural networks.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F-Score: </a:t>
            </a:r>
            <a:r>
              <a:rPr lang="en"/>
              <a:t>a number between 0-1 that represents the overall accuracy of a model; a weighted average of a model’s precision and recall.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Input: </a:t>
            </a:r>
            <a:r>
              <a:rPr lang="en"/>
              <a:t>data that has been prepared into a format that the AI can use.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Label: </a:t>
            </a:r>
            <a:r>
              <a:rPr lang="en"/>
              <a:t>a type of clause, such as “most favored nation”.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Labeled Data: </a:t>
            </a:r>
            <a:r>
              <a:rPr lang="en"/>
              <a:t>data that is labeled or annotated, typically by humans.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Labeling</a:t>
            </a:r>
            <a:r>
              <a:rPr lang="en"/>
              <a:t>: the process of annotating clauses that correspond to a Label.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L-N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Lexicon Normalization:</a:t>
            </a:r>
            <a:r>
              <a:rPr lang="en"/>
              <a:t> a natural language processing technique that standardizes different forms of a word, such as removing suffixes.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Machine Learning (ML): </a:t>
            </a:r>
            <a:r>
              <a:rPr lang="en"/>
              <a:t>AI that can recognize patterns from large amounts of data.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Model: </a:t>
            </a:r>
            <a:r>
              <a:rPr lang="en"/>
              <a:t>the artifact created through training (e.g., a neural network's weights).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Neural Network:</a:t>
            </a:r>
            <a:r>
              <a:rPr lang="en"/>
              <a:t> a type of ML model that consists of a set of connected nodes, where each node assigns weights to its inputs.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Natural Language Processing (</a:t>
            </a:r>
            <a:r>
              <a:rPr b="1" lang="en"/>
              <a:t>NLP): </a:t>
            </a:r>
            <a:r>
              <a:rPr lang="en"/>
              <a:t>an AI m</a:t>
            </a:r>
            <a:r>
              <a:rPr lang="en"/>
              <a:t>odel that understands natural language.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N-R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Node:</a:t>
            </a:r>
            <a:r>
              <a:rPr lang="en"/>
              <a:t> a basic building block of neural networks that assigns weights to inputs.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Output: </a:t>
            </a:r>
            <a:r>
              <a:rPr lang="en"/>
              <a:t>results from the AI model, formatted in a way humans can understand.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Pattern Recognition:</a:t>
            </a:r>
            <a:r>
              <a:rPr lang="en"/>
              <a:t> a method that figures out the defining characteristics of a class based on training data, typically utilized by ML to predict and classify inputs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Precision: </a:t>
            </a:r>
            <a:r>
              <a:rPr lang="en"/>
              <a:t>when the AI classifies a set of clauses as positive, how many of them are true positive, represented by a number between 0-1.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Recall: </a:t>
            </a:r>
            <a:r>
              <a:rPr lang="en"/>
              <a:t>out of all the positive </a:t>
            </a:r>
            <a:r>
              <a:rPr lang="en"/>
              <a:t>clauses</a:t>
            </a:r>
            <a:r>
              <a:rPr lang="en"/>
              <a:t>, how many the AI identifies as positive, represented as a number between 0-1.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Rule-based System:</a:t>
            </a:r>
            <a:r>
              <a:rPr lang="en"/>
              <a:t> a system where uses rules to make decisions (e.g., decision trees).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S-T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Self-supervised Learning:</a:t>
            </a:r>
            <a:r>
              <a:rPr lang="en"/>
              <a:t> a type of unsupervised learning where the label is implicitly encoded in the data (e.g., predicting the next word, based on the context).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Semi-Supervised Learning:</a:t>
            </a:r>
            <a:r>
              <a:rPr lang="en"/>
              <a:t> learning from a mix of human labeled and unlabeled data, typically from a small amount of human-labeled data and a large amount of unlabeled data.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Stop word:</a:t>
            </a:r>
            <a:r>
              <a:rPr lang="en"/>
              <a:t> words that are only used for grammatical syntax and do not contribute to the meaning of the sentence (eg: "a", "an", "the").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Supervised Learning:</a:t>
            </a:r>
            <a:r>
              <a:rPr lang="en"/>
              <a:t> learning from human-labeled data.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Text Tokenization:</a:t>
            </a:r>
            <a:r>
              <a:rPr lang="en"/>
              <a:t> breaking down text into pieces (e.g., individual words).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U-W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Training Dataset: </a:t>
            </a:r>
            <a:r>
              <a:rPr lang="en"/>
              <a:t>a dataset fed into the model that prepares and </a:t>
            </a:r>
            <a:r>
              <a:rPr lang="en"/>
              <a:t>adjusts</a:t>
            </a:r>
            <a:r>
              <a:rPr lang="en"/>
              <a:t> the model.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Test Dataset: </a:t>
            </a:r>
            <a:r>
              <a:rPr lang="en"/>
              <a:t>a dataset independent from training dataset that can be used to test the accuracy of a model.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Unlabeled Data: </a:t>
            </a:r>
            <a:r>
              <a:rPr lang="en"/>
              <a:t>data that is not labeled or annotated.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Unsupervised Learning:</a:t>
            </a:r>
            <a:r>
              <a:rPr lang="en"/>
              <a:t> learning from unlabeled data.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Weight:</a:t>
            </a:r>
            <a:r>
              <a:rPr lang="en"/>
              <a:t> a set of numbers that make up the model; used interchangeably with parameters. For example, GPT-3 has "175 billion parameters".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https://en.wikipedia.org/wiki/Glossary_of_artificial_intelligence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https://machinelearningmastery.com/what-is-deep-learning/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5"/>
              </a:rPr>
              <a:t>https://ai.stackexchange.com/questions/10623/what-is-self-supervised-learning-in-machine-learning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6"/>
              </a:rPr>
              <a:t>https://datascience.stackexchange.com/questions/12909/definition-of-a-model-in-machine-learning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7"/>
              </a:rPr>
              <a:t>https://en.wikipedia.org/wiki/Training,_validation,_and_test_sets#Training_dataset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
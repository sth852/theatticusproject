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Lyla Sax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10-06T18:16:26.602">
    <p:pos x="196" y="725"/>
    <p:text>@as6067@columbia.edu the prompts i tried in this chat were primarily aimed at comparing content/language contained in each filing (e.g., risk factors). I also tried other prompts that were focused on identifying similar companies/transactions to then run the comparisons.
_Assigned to as6067@columbia.edu_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8e8a53ed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8e8a53ed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8e8a54cdc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8e8a54cdc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8e8a53ed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8e8a53ed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8e8a53ed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8e8a53ed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8e8a54cdc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8e8a54cdc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8e8a54cdc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88e8a54cdc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AI Use Cases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Atticus Project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Research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Drafting Routine Legal Documents and Standard Policies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Privacy / EU - US DPF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Contract Generation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GPT-4 </a:t>
            </a:r>
            <a:r>
              <a:rPr lang="en"/>
              <a:t>Term Sheet Generation </a:t>
            </a:r>
            <a:r>
              <a:rPr lang="en"/>
              <a:t> 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50" y="1581600"/>
            <a:ext cx="4012850" cy="30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825" y="1581600"/>
            <a:ext cx="4094475" cy="3053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Review and Analysis 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Comparing content / language in company filings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 Adobe risk factor analysis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10k</a:t>
            </a:r>
            <a:r>
              <a:rPr lang="en"/>
              <a:t> supplied 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25" y="2202825"/>
            <a:ext cx="3759023" cy="21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7825" y="2202825"/>
            <a:ext cx="443485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Communications 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Analytics and Trends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